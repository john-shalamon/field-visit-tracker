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1976D2"/>
                </a:solidFill>
              </a:defRPr>
            </a:pPr>
            <a:r>
              <a:t>FIELD VISIT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333333"/>
                </a:solidFill>
              </a:defRPr>
            </a:pPr>
            <a:r>
              <a:t>Team Member: John</a:t>
            </a:r>
          </a:p>
          <a:p>
            <a:r>
              <a:t>Registration Number: 123456</a:t>
            </a:r>
          </a:p>
          <a:p>
            <a:r>
              <a:t>Guide: ddddd</a:t>
            </a:r>
          </a:p>
          <a:p>
            <a:r>
              <a:t>College: ssssssssssssssss</a:t>
            </a:r>
          </a:p>
          <a:p>
            <a:r>
              <a:t>Submission Date: Today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76D2"/>
                </a:solidFill>
              </a:defRPr>
            </a:pPr>
            <a:r>
              <a:t>2. Abstract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The Field Visit Tracker is a comprehensive mobile and web-based application designed to streamline field operations and visit management.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It enables field officers, collectors, and managers to efficiently capture, track, and manage field visits with real-time location tracking, photo evidence, and detailed inspection reports.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The system ensures complete workflow management from visit creation to approval, providing analytics and reporting capabilities for better decision-making.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Built with modern technologies (React Native, Next.js, TypeScript), it offers offline-first functionality with local storage.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76D2"/>
                </a:solidFill>
              </a:defRPr>
            </a:pPr>
            <a:r>
              <a:t>3. 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Manual field visit documentation leads to data inconsistencies and delays in reporting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Lack of real-time location tracking prevents accurate field visit verification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Photo evidence collection is inefficient without proper organization and linkage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No centralized approval workflow causes bottlenecks in authorization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Limited analytics on field officer performance reduces productivity measurement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Existing systems lack offline capabilities for areas with poor connectivity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76D2"/>
                </a:solidFill>
              </a:defRPr>
            </a:pPr>
            <a:r>
              <a:t>4. Existing Platform Limitations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Salesforce Field Service Cloud - High cost, complex, limited customization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SAP FieldGlass - Enterprise-focused, steep learning curve, expensive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ServiceNow - Over-featured for simple use cases, requires IT support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Mobile CRM Solutions - Limited offline, cloud-dependent, high costs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Spreadsheet-based Systems - No tracking, error-prone, difficult to scale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Gap: No affordable, lightweight solution with offline + photos + approvals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76D2"/>
                </a:solidFill>
              </a:defRPr>
            </a:pPr>
            <a:r>
              <a:t>5. Proposed 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Frontend: React Native (Mobile) + Next.js (Web) for cross-platform UX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Authentication: Secure login with role-based access (Field Officer, Collector, HOD, Admin)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Data Management: Local storage for offline functionality with optional cloud sync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Location Services: GPS integration for real-time tracking with accuracy metrics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Media Management: Photo capture, storage, and linkage to visit records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Workflow Engine: Automated approval workflow with status tracking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Analytics Layer: Dashboard with statistics, completion rates, performance metrics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76D2"/>
                </a:solidFill>
              </a:defRPr>
            </a:pPr>
            <a:r>
              <a:t>6. Core Modules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1. Visit Management - Create, edit, submit, track visits with full details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2. Location &amp; GPS - Real-time tracking, location verification, accuracy display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3. Photo Evidence - Capture from camera/gallery, organize with visit records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4. Inspection Report - Record findings, recommendations, severity levels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5. Approval Workflow - HOD review, approve/reject with feedback comments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6. Analytics &amp; Reporting - Statistics, completion rates, multi-format exports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76D2"/>
                </a:solidFill>
              </a:defRPr>
            </a:pPr>
            <a:r>
              <a:t>7. Literature Survey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Mobile-First Architecture - Responsive design for field operations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Offline-First Applications - Progressive Web Apps with local-first data sync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Location-Based Services - GPS accuracy and privacy in mobile apps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Workflow Automation - Business process management and approval workflows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User-Centered Design - Usability for field-worker applications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Cloud vs Local Storage - Trade-offs in data persistence for mobile apps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76D2"/>
                </a:solidFill>
              </a:defRPr>
            </a:pPr>
            <a:r>
              <a:t>8. Technology Used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Frontend Technologies: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  • React Native - Cross-platform mobile development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  • TypeScript - Type-safe JavaScript for better code quality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  • Next.js - React framework for web application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Storage &amp; Backend: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  • Local Storage - AsyncStorage for mobile, localStorage for web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  • Optional: Node.js with Express for backend services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Additional Libraries: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  • Expo - Managed React Native framework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  • React Navigation - Mobile navigation library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  • UI Libraries - Shadcn UI, Radix UI for consistent design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76D2"/>
                </a:solidFill>
              </a:defRPr>
            </a:pPr>
            <a:r>
              <a:t>9. Advantages Over Existing Systems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✓ Cost-Effective - No licensing, open-source technologies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✓ Offline Functionality - Works seamlessly without internet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✓ User-Friendly - Simple interface for field workers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✓ Fast Implementation - Quick deployment without configuration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✓ Customizable - Easy to adapt to organizational needs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✓ Complete Workflow - Integrated visits, photos, inspections, approvals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✓ Real-Time Tracking - GPS with accuracy metrics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✓ Cross-Platform - Android, iOS, and Web support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76D2"/>
                </a:solidFill>
              </a:defRPr>
            </a:pPr>
            <a:r>
              <a:t>10. Conclusion &amp; Future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Conclusion: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  • Addresses gaps in current field management solutions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  • Affordable alternative to expensive enterprise solutions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Future Enhancements: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  • Cloud backup integration (Supabase/Firebase)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  • Advanced analytics with AI recommendations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  • Multi-language support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  • Payment system integration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  • Video recording for complex inspections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Impact: Increased productivity, reduced errors, faster approvals, data-driven decisions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